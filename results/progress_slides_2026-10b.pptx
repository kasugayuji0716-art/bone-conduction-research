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元の音声強調（TAPS）</c:v>
                </c:pt>
              </c:strCache>
            </c:strRef>
          </c:tx>
          <c:spPr>
            <a:solidFill>
              <a:srgbClr val="A6A6A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D2D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Whisper-small</c:v>
                  </c:pt>
                  <c:pt idx="1">
                    <c:v>Whisper-base</c:v>
                  </c:pt>
                  <c:pt idx="2">
                    <c:v>Whisper-medium</c:v>
                  </c:pt>
                  <c:pt idx="3">
                    <c:v>large-v3-turbo</c:v>
                  </c:pt>
                  <c:pt idx="4">
                    <c:v>Whisper（喉マイクで再学習）</c:v>
                  </c:pt>
                  <c:pt idx="5">
                    <c:v>Qwen3-ASR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22.97</c:v>
                </c:pt>
                <c:pt idx="1">
                  <c:v>27.26</c:v>
                </c:pt>
                <c:pt idx="2">
                  <c:v>19.62</c:v>
                </c:pt>
                <c:pt idx="3">
                  <c:v>16.97</c:v>
                </c:pt>
                <c:pt idx="4">
                  <c:v>14.62</c:v>
                </c:pt>
                <c:pt idx="5">
                  <c:v>13.59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生成モデル（4回平均）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D2D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Whisper-small</c:v>
                  </c:pt>
                  <c:pt idx="1">
                    <c:v>Whisper-base</c:v>
                  </c:pt>
                  <c:pt idx="2">
                    <c:v>Whisper-medium</c:v>
                  </c:pt>
                  <c:pt idx="3">
                    <c:v>large-v3-turbo</c:v>
                  </c:pt>
                  <c:pt idx="4">
                    <c:v>Whisper（喉マイクで再学習）</c:v>
                  </c:pt>
                  <c:pt idx="5">
                    <c:v>Qwen3-ASR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16.85</c:v>
                </c:pt>
                <c:pt idx="1">
                  <c:v>20.48</c:v>
                </c:pt>
                <c:pt idx="2">
                  <c:v>15.049999999999999</c:v>
                </c:pt>
                <c:pt idx="3">
                  <c:v>13.120000000000001</c:v>
                </c:pt>
                <c:pt idx="4">
                  <c:v>10</c:v>
                </c:pt>
                <c:pt idx="5">
                  <c:v>9.68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混ぜたもの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D2D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Whisper-small</c:v>
                  </c:pt>
                  <c:pt idx="1">
                    <c:v>Whisper-base</c:v>
                  </c:pt>
                  <c:pt idx="2">
                    <c:v>Whisper-medium</c:v>
                  </c:pt>
                  <c:pt idx="3">
                    <c:v>large-v3-turbo</c:v>
                  </c:pt>
                  <c:pt idx="4">
                    <c:v>Whisper（喉マイクで再学習）</c:v>
                  </c:pt>
                  <c:pt idx="5">
                    <c:v>Qwen3-ASR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16.33</c:v>
                </c:pt>
                <c:pt idx="1">
                  <c:v>20.11</c:v>
                </c:pt>
                <c:pt idx="2">
                  <c:v>14.360000000000001</c:v>
                </c:pt>
                <c:pt idx="3">
                  <c:v>12.479999999999999</c:v>
                </c:pt>
                <c:pt idx="4">
                  <c:v>9.2</c:v>
                </c:pt>
                <c:pt idx="5">
                  <c:v>9.36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2D2D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2D2D2D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300">
              <a:solidFill>
                <a:srgbClr val="2D2D2D"/>
              </a:solidFill>
              <a:latin typeface="Yu Gothic"/>
              <a:cs typeface="Yu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【台本】（約10秒）
進捗を報告します。前回から目標を Whisper 系の認識器に絞りました。今日はその結果と、手法としての評価、今後を話します。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【台本】（約30秒）
前回は、どの認識器でも効く音声強調を目標にしていましたが、手法として形にしにくいので、Whisper 系の認識器に絞りました。
学習と設定選びには Whisper-small だけを使い、ほかの Whisper 系5つは評価専用にしています。入力の違う認識器は、Whisper 系専用になっているかを確かめる対照として残しています。
【補足】Qwen3-ASR はエンコーダは独自（AuT）だが、入力は Whisper と同じ形式の log-mel。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【台本】（約40秒）
方法です。喉マイクの音を2つの処理に通します。
上は前回の生成モデルで、ランダムな出発点を変えて4回生成し、振幅を平均します。これで生成のばらつきが打ち消されます。
下は卒論で作った、Whisper が正しく書き起こせるように学習した音声強調です。
この2つの出力の振幅を半々で平均し、位相は生成モデルのものを使います。混ぜる割合は開発データで Whisper-small だけを見て選びましたが、0.25 から 0.75 でほとんど変わりません。
【補足】振幅は STFT（512点、ずらし128点）。帯域ごとに割合を変えても差は1%前後。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【台本】（約45秒）
結果です。灰色が元の音声強調、青が生成モデルの4回平均、紺が混ぜたものです。
混ぜたものは Whisper 系の6つすべてで一番誤りが少なく、元の音声強調と比べて 26〜37% 減りました。生成モデル単体と比べても6つすべてで減っています。学習に使っていない medium や large-v3-turbo でも減っているので、Whisper-small だけに合わせ込んだのではなく、Whisper 系全体に効いています。
一方、入力の違う Zipformer では 12% 増えていて、Whisper 系専用の上乗せになっています。
【補足】XLS-R は +1.2%（n.s.）。混ぜたものの元の音声強調比: small −28.9%、base −26.2%、medium −26.8%、turbo −26.5%、再学習 −37.1%、Qwen3 −31.1%。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【台本】（約35秒）
既存の方法とも同じ条件で比べました。卒論の Whisper 用音声強調、自己教師あり表現を損失に使う Sato らの方法、生成モデル単体のどれと比べても、混ぜたものが6つすべてで一番良い結果です。
また、Whisper の損失で mel を直接直す Dissen らの方法も試しましたが、喉マイクでは欠けた高域を補えず、元の音声強調と同じ程度でした。
【補足】Dissen ら型: U-Net 約700万パラメータ、mel→mel、Whisper-small の CE＋気導 mel の L1。80本 mel の Whisper でしか使えない。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【台本】（約35秒）
本当は、生成モデル自体を Whisper に合わせて学習するのが「提案手法」らしい形でした。ですが4通り試して、どれもうまくいきませんでした。
生成の途中の見積もりに損失をかけると、見積もりは良くなっても、20段で生成した結果は悪くなります。最後の段だけに損失をかける方法も悪化し、補正モジュールは効果がありませんでした。
結局、Whisper に合わせる成分は、生成モデルの外で混ぜる方が素直に効く、というのが今の結論です。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【台本】（約40秒）
なぜ Whisper 系にだけ効くのかを、混ぜ方を変えて分析しました。
Whisper 用音声強調の出力には、250 Hz おきの櫛のようなピークが出ていて、これが怪しいと思っていましたが、取り除いても結果は同じで、原因ではありませんでした。
Whisper 系の上乗せは低域と高域の両方から来ていて、どちらか一方だけ混ぜると効果は約半分です。
一方、Zipformer の悪化は高域から来ていて、低域だけ混ぜれば悪化しません。喉マイクに元々無い 4 kHz 以上の音を、Whisper 向けに作った成分が、ほかの認識器には害になっています。
【補足】Qwen3-ASR（128本 mel）の上乗せはほぼ高域から。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【台本】（約35秒）
手法として正直に評価すると、今の形は既存の生成モデルと音声強調を混ぜただけで、提案手法としては弱いです。重く、データも1つだけです。
一方で、Whisper 系で既存の方法より明確に良いこと、効果の源が事前学習であること、Whisper 用の成分がどこに効いてどこで害になるかは、分析としてしっかり言えます。
なので、音響学会には分析として出し、手法は別に作ることにします。原稿の下書きはできています。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【台本】（約35秒）
今後は、提案手法になる形を3つの方向で小さく試します。
1つ目は軽くすることで、混ぜた出力を教師にして、軽い音声強調1つに移します。2つ目はフランス語の喉マイクのデータで、同じ結論になるかを確かめます。3つ目は他分野の発想です。画像の敵対的サンプルの研究では、1つのモデルの中をランダムに揺らしながら作った摂動ほど、別のモデルにも効くことが知られています。これを Whisper 用音声強調の学習に持ち込み、Whisper-small だけで学習しても、base など学習に使わない Whisper にも効くようにします。卒論の Whisper 用音声強調は base にはほとんど効かなかったので、ここが直接の課題です。
【補足】Ghost Networks（Li et al., AAAI 2020）、Input Diversity（Xie et al., CVPR 2019）。音声強調の学習に使った例は調べた範囲では見つからない。ほかの候補（生成サンプルの区間ごとの選択、時間周波数ごとの不確かさで重みづけ、ケプストラム領域での融合）は別資料。
以上です。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1F4E7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喉マイクの音声を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1F4E7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Whisper 系の音声認識向けに直す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38862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D2D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生成モデルと Whisper 用の音声強調を混ぜる方法と、その分析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7777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春日 裕次　ゼミ進捗報告　2026年10月8日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前回から、目標を「Whisper 系の誤りを下げる音声強調」に絞った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7777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前回まで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7777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どの認識器でも誤りが減る音声強調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7777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（入力の違う認識器も含めて 9つ）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715000" y="17830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6A6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0" y="1508760"/>
            <a:ext cx="5242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今回から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0" y="1965960"/>
            <a:ext cx="52422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D2D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Whisper 系の認識器の誤りを下げる音声強調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D2D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（Whisper と同じ音の特徴を入力にする認識器）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11094415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474720"/>
            <a:ext cx="110944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D2D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学習と設定選びに使うのは 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Whisper-small だけ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D2D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ほかの Whisper 系 5つ（base・medium・large-v3-turbo・喉マイクで再学習した Whisper・Qwen3-ASR）は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評価専用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D2D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入力の違う認識器（XLS-R・Zipformer）は、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Whisper 系専用になっているか</a:t>
            </a:r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を見る対照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63093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評価: TAPS テスト 1000発話（10話者）、句読点を除いた文字誤り率、話者単位の符号順位検定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方法：生成モデルの4回平均に、Whisper 用の音声強調を半分混ぜる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24231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喉マイクの音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331720" y="2240280"/>
            <a:ext cx="0" cy="1600200"/>
          </a:xfrm>
          <a:prstGeom prst="line">
            <a:avLst/>
          </a:prstGeom>
          <a:noFill/>
          <a:ln w="19050">
            <a:solidFill>
              <a:srgbClr val="A6A6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23160" y="2125980"/>
            <a:ext cx="274320" cy="274320"/>
          </a:xfrm>
          <a:prstGeom prst="rightArrow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0" y="1691640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0" y="18288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生成モデル（喉マイク用に調整）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017520" y="225856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出発点を変えて 4回生成し、振幅を平均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178040" y="2125980"/>
            <a:ext cx="274320" cy="274320"/>
          </a:xfrm>
          <a:prstGeom prst="rightArrow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23160" y="3863340"/>
            <a:ext cx="274320" cy="274320"/>
          </a:xfrm>
          <a:prstGeom prst="rightArrow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34640" y="3429000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0" y="35661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Whisper 用の音声強調（卒論）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017520" y="399592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Whisper-small が正しく書けるよう学習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178040" y="3863340"/>
            <a:ext cx="274320" cy="274320"/>
          </a:xfrm>
          <a:prstGeom prst="rightArrow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35240" y="2194560"/>
            <a:ext cx="237744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0" y="219456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F4E7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振幅を半々で平均</a:t>
            </a:r>
            <a:endParaRPr lang="en-US" sz="17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2D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位相は生成モデル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0149840" y="2926080"/>
            <a:ext cx="274320" cy="274320"/>
          </a:xfrm>
          <a:prstGeom prst="rightArrow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61320" y="2194560"/>
            <a:ext cx="1097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2D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Whisper 系の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2D2D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認識器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48640" y="4892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混ぜる割合 0.5 は、開発データで Whisper-small だけを見て選んだ（0.25〜0.75 で結果はほぼ同じ）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新たな学習は不要。部品はどちらも学習済み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48640" y="63093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生成モデル: NVIDIA の flow matching（4.3億パラメータ、Ku et al., arXiv:2409.16117）を TAPS で追加学習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Whisper 系6つすべてで、生成モデル単体よりさらに誤りが減った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7223760" cy="4709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8138160" y="1645920"/>
            <a:ext cx="350489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0000"/>
              </a:lnSpc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元の音声強調より</a:t>
            </a:r>
            <a:pPr indent="0" marL="0">
              <a:lnSpc>
                <a:spcPct val="120000"/>
              </a:lnSpc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2D2D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26〜37% 減</a:t>
            </a:r>
            <a:endParaRPr lang="en-US" sz="1800" dirty="0"/>
          </a:p>
          <a:p>
            <a:pPr marL="228600" indent="-228600">
              <a:lnSpc>
                <a:spcPct val="120000"/>
              </a:lnSpc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生成モデル単体より</a:t>
            </a:r>
            <a:pPr indent="0" marL="0">
              <a:lnSpc>
                <a:spcPct val="120000"/>
              </a:lnSpc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2D2D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さらに減少</a:t>
            </a:r>
            <a:endParaRPr lang="en-US" sz="1800" dirty="0"/>
          </a:p>
          <a:p>
            <a:pPr marL="228600" indent="-228600">
              <a:lnSpc>
                <a:spcPct val="120000"/>
              </a:lnSpc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Zipformer では</a:t>
            </a:r>
            <a:pPr indent="0" marL="0">
              <a:lnSpc>
                <a:spcPct val="120000"/>
              </a:lnSpc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C55A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12% 増</a:t>
            </a:r>
            <a:pPr indent="0" marL="0">
              <a:lnSpc>
                <a:spcPct val="120000"/>
              </a:lnSpc>
              <a:spcAft>
                <a:spcPts val="18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Whisper 系専用の上乗せ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48640" y="63093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数値は文字誤り率（%）。生成モデル単体との差: medium・turbo・再学習 Whisper は 10/10 話者（p=0.002）、small 9/10、base・Qwen3 は有意差なし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既存の方法と同じ条件で比べても、混ぜたものが最も良い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700784"/>
                <a:gridCol w="1700784"/>
                <a:gridCol w="1700784"/>
                <a:gridCol w="1700784"/>
                <a:gridCol w="1639519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4E7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元の音声強調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4E7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Whisper 用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4E7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音声強調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4E7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自己教師あり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4E7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表現の損失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4E7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生成モデル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4E7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（4回平均）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4E7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混ぜたもの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Whisper-small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23.0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19.6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20.3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16.9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4E7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16.3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Whisper-base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27.3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26.7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24.1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20.5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4E7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20.1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Whisper-medium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19.6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16.9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17.7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15.0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4E7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14.4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large-v3-turbo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17.0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14.1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15.3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13.1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4E7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12.5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Whisper（再学習）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14.6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12.1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12.4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10.0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4E7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9.2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Qwen3-ASR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13.6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11.4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11.4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9.7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4E7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9.4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51206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2D2D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Whisper の損失で mel を直す方法（Dissen ら型）は元の音声強調と同程度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548640" y="63093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文字誤り率（%）。自己教師あり表現の損失: Sato et al. 2025 型。Dissen ら型（Whisper-small）: 23.9%、同じ認識経路で元 23.7%・混ぜたもの 16.9%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生成モデル自体を Whisper の損失で学習する方法は全滅した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6583680"/>
                <a:gridCol w="4510735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4E7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試したこと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4E7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結果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生成の途中の見積もりに Whisper の損失をかけて追加学習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C55A1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Whisper-small 18.0% → 19.3%（悪化）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生成の最後の段にだけ損失をかける（DRaFT）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C55A1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開発データの損失が悪化、打ち切り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生成の出力に小さな補正モジュールを足す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効果なし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Whisper 用音声強調を「混ぜた後の音」で学習し直す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Whisper 系で 0.2〜1.9% だけ改善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51206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D2D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Whisper に合わせる成分は、</a:t>
            </a:r>
            <a:pPr indent="0" marL="0">
              <a:buNone/>
            </a:pPr>
            <a:r>
              <a:rPr lang="en-US" sz="2000" b="1" dirty="0">
                <a:solidFill>
                  <a:srgbClr val="2D2D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生成モデルの外で足す（混ぜる）方が素直に効く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48640" y="63093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途中の見積もり = 生成の途中から1段で出した仮の完成音。この見積もりの損失は下がるが、20段で生成した音には持ち越されない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上乗せは両方の帯域から、他の認識器の悪化は高域から来る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700784"/>
                <a:gridCol w="1700784"/>
                <a:gridCol w="1700784"/>
                <a:gridCol w="1700784"/>
                <a:gridCol w="1639519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4E7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生成モデル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4E7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（4回平均）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4E7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混ぜたもの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4E7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櫛状の成分を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4E7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除いて混ぜる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4E7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 kHz 未満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4E7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だけ混ぜる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4E7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 kHz 以上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4E7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だけ混ぜる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Whisper-small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16.9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16.3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16.3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16.6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16.7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Whisper-medium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15.0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14.4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14.4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14.5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14.8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Whisper（再学習）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10.0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9.2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9.3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9.4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9.9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E75B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Zipformer（対照）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D2D2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43.3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55A1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48.3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55A1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49.1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4E7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43.1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55A1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47.9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4160520"/>
            <a:ext cx="1109441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Whisper 用音声強調が作る</a:t>
            </a:r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2D2D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櫛状の成分は原因ではない</a:t>
            </a:r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（除いても同じ）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Whisper 系の上乗せは</a:t>
            </a:r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2D2D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低域・高域のどちらか一方だと約半分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Zipformer の悪化は、</a:t>
            </a:r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C55A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元々無い 4 kHz 以上を Whisper 向けに作った成分</a:t>
            </a:r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2D2D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が原因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48640" y="63093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文字誤り率（%）。櫛状の成分 = Whisper 用音声強調の出力に現れる 250 Hz 間隔のピーク。喉マイクは 8 kHz 収録のため 4 kHz 以上は元々無い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今の形は「既存の部品を混ぜただけ」で、提案手法としては弱い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言えること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5212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Whisper 系6つで既存の方法より明確に良い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事前学習が効果の源（事前学習なしでは悪化）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Whisper 用の成分の効く帯域・害になる帯域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126480" y="1554480"/>
            <a:ext cx="0" cy="265176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46520" y="1463040"/>
            <a:ext cx="5196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55A1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弱い点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46520" y="1965960"/>
            <a:ext cx="519653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新しい部品がない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重い（大きな生成モデルを 4回）</a:t>
            </a:r>
            <a:endParaRPr lang="en-US" sz="18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D2D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データは TAPS（韓国語・1機種）だけ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44805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4E7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音響学会は「分析」として出し、手法は別に作る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48640" y="63093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事前学習なしの対照: 同じ構造・同じ学習量で Whisper-small 55.1%（元の音声強調 23.0%、事前学習あり 18.0%）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次は、提案手法になる形を3つの方向で小さく試す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5120640"/>
                <a:gridCol w="377921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4E7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方向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4E7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最初の小さな実験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4E7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確かめること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F4E7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1. 軽くする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D2D2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混ぜた出力を教師にして、軽い音声強調1つに移す</a:t>
                      </a:r>
                      <a:endParaRPr lang="en-US" sz="17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D2D2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効果が軽いモデルに残るか</a:t>
                      </a:r>
                      <a:endParaRPr lang="en-US" sz="17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F4E7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2. 別のデータ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D2D2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フランス語の喉マイク（VibraVox）で試す</a:t>
                      </a:r>
                      <a:endParaRPr lang="en-US" sz="17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D2D2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TAPS 以外でも同じ結論か</a:t>
                      </a:r>
                      <a:endParaRPr lang="en-US" sz="17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F4E7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3. 他分野の発想</a:t>
                      </a:r>
                      <a:endParaRPr lang="en-US" sz="18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D2D2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敵対的サンプルの「転移」の技法で Whisper 用音声強調を学習し直す</a:t>
                      </a:r>
                      <a:endParaRPr lang="en-US" sz="17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D2D2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学習に使わない Whisper にも効くか</a:t>
                      </a:r>
                      <a:endParaRPr lang="en-US" sz="17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51206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D2D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確認はいつも同じ：Whisper 系6つ・入力の違う認識器・話者単位の検定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参考文献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1094415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TAPS: Y. Kim et al., “Throat and acoustic paired speech dataset for deep learning-based speech enhancement,” Scientific Data, 2026.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Ku et al., “Generative speech foundation model pretraining for high-quality speech extraction and restoration,” arXiv:2409.16117.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Sato et al., “Generic speech enhancement with self-supervised representation space loss,” arXiv:2507.07631, 2025.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Dissen et al., Interspeech 2024.（凍結した Whisper の損失で前処理を学習）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Ochiai et al., “Rethinking processing distortions: How do they affect the downstream ASR performance?” IEEE/ACM TASLP, 2024.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J. Hauret et al., “Vibravox: A dataset of French speech captured with body-conduction audio sensors,” Speech Communication, 2025.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2026-10-07T15:17:47Z</dcterms:created>
  <dcterms:modified xsi:type="dcterms:W3CDTF">2026-10-07T15:17:47Z</dcterms:modified>
</cp:coreProperties>
</file>