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元の音声強調（TAPS）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22.97</c:v>
                </c:pt>
                <c:pt idx="1">
                  <c:v>27.26</c:v>
                </c:pt>
                <c:pt idx="2">
                  <c:v>19.62</c:v>
                </c:pt>
                <c:pt idx="3">
                  <c:v>16.97</c:v>
                </c:pt>
                <c:pt idx="4">
                  <c:v>14.62</c:v>
                </c:pt>
                <c:pt idx="5">
                  <c:v>13.59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生成モデルのみ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16.85</c:v>
                </c:pt>
                <c:pt idx="1">
                  <c:v>20.48</c:v>
                </c:pt>
                <c:pt idx="2">
                  <c:v>15.049999999999999</c:v>
                </c:pt>
                <c:pt idx="3">
                  <c:v>13.120000000000001</c:v>
                </c:pt>
                <c:pt idx="4">
                  <c:v>10</c:v>
                </c:pt>
                <c:pt idx="5">
                  <c:v>9.68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混ぜたもの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Whisper-small</c:v>
                  </c:pt>
                  <c:pt idx="1">
                    <c:v>Whisper-base</c:v>
                  </c:pt>
                  <c:pt idx="2">
                    <c:v>Whisper-medium</c:v>
                  </c:pt>
                  <c:pt idx="3">
                    <c:v>large-v3-turbo</c:v>
                  </c:pt>
                  <c:pt idx="4">
                    <c:v>Whisper（喉マイクで再学習）</c:v>
                  </c:pt>
                  <c:pt idx="5">
                    <c:v>Qwen3-ASR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16.33</c:v>
                </c:pt>
                <c:pt idx="1">
                  <c:v>20.11</c:v>
                </c:pt>
                <c:pt idx="2">
                  <c:v>14.360000000000001</c:v>
                </c:pt>
                <c:pt idx="3">
                  <c:v>12.479999999999999</c:v>
                </c:pt>
                <c:pt idx="4">
                  <c:v>9.2</c:v>
                </c:pt>
                <c:pt idx="5">
                  <c:v>9.36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2D2D2D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【台本】（約30秒）
喉マイクの音を2つの処理に通します。上は生成モデルで、欠けた高い音を自然な声として描き足します。4回生成して平均します。下は、Whisper が正しく書き起こせるように学習した音声強調です。この2つの出力の振幅を半々で混ぜて、Whisper 系の認識器に入れます。混ぜるだけなので、新しい学習はいりません。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【台本】（約40秒）
結果です。灰色が元の音声強調、青が生成モデルのみ、紺が混ぜたものです。混ぜたものは Whisper 系の6つすべてで一番誤りが少なく、元の音声強調より 26〜37% 減りました。生成モデルのみと比べても、さらに 2〜8% 減っています。学習に使ったのは Whisper-small だけですが、学習に使っていない medium や large-v3-turbo にも効いています。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【台本】（約30秒）
ただし副作用もありました。Whisper と作りの違う Zipformer では、混ぜると逆に 12% 悪くなりました。そこで、Whisper 用の音声強調の重みを3割だけ元に戻し、混ぜ方も対数での平均に変えると、Whisper 系の効果はそのままで、Zipformer の悪化は 2% まで小さくなりました。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生成モデルの出力に、Whisper 用の音声強調を半分混ぜる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331720" y="2240280"/>
            <a:ext cx="0" cy="1600200"/>
          </a:xfrm>
          <a:prstGeom prst="line">
            <a:avLst/>
          </a:prstGeom>
          <a:noFill/>
          <a:ln w="19050">
            <a:solidFill>
              <a:srgbClr val="A6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23160" y="21259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691640"/>
            <a:ext cx="4206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生成モデル（喉マイク用に調整）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017520" y="2258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欠けた音を描き足す。4回生成して振幅を平均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78040" y="21259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386334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3429000"/>
            <a:ext cx="4206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用の音声強調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39959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 が正しく書けるよう学習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178040" y="386334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35240" y="2194560"/>
            <a:ext cx="237744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21945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振幅を半々で平均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位相は生成モデル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149840" y="2926080"/>
            <a:ext cx="274320" cy="274320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61320" y="219456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系の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混ぜる割合 0.5 は、開発データで Whisper-small だけを見て決めた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新たな学習は不要（部品はどちらも学習済み）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生成モデル: NVIDIA の flow matching（4.3億パラメータ、Ku et al., arXiv:2409.16117）を TAPS で追加学習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混ぜると、Whisper 系6つすべてで誤りがさらに減った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22376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8138160" y="1645920"/>
            <a:ext cx="35048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元の音声強調より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26〜37% 減</a:t>
            </a:r>
            <a:endParaRPr lang="en-US" sz="18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生成モデルのみより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2〜8% 減</a:t>
            </a:r>
            <a:endParaRPr lang="en-US" sz="18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学習に使っていない Whisper にも効いた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文字誤り率（%）、TAPS テスト 1000発話。生成モデルのみとの差は 4つで有意（medium・turbo・再学習 Whisper・small）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他の認識器への悪影響は、混ぜ方を工夫すればほぼ消せる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4980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18488"/>
                <a:gridCol w="1618488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生成モデルのみ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混ぜたもの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混ぜ方を工夫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Whisper-small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Whisper-base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20.5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19.9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Whisper（再学習）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10.0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Qwen3-ASR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9.7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9.4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E75B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XLS-R（対照）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16.1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E75B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Zipformer（対照）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48.3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44.2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412480" y="1554480"/>
            <a:ext cx="323057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混ぜると、Whisper 以外の Zipformer は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12% 悪化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工夫：音声強調の重みを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3割元に戻し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対数で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混ぜる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 系はそのままで、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7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悪化は 2% に縮小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文字誤り率（%）。工夫 = Whisper 用音声強調と元の音声強調の重みを 7:3 で内挿し、生成モデルの出力と対数振幅で平均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2026-10-15T01:01:07Z</dcterms:created>
  <dcterms:modified xsi:type="dcterms:W3CDTF">2026-10-15T01:01:07Z</dcterms:modified>
</cp:coreProperties>
</file>