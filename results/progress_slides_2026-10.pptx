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誤りが減った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+0&quot;%&quot;;-0&quot;%&quot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Whisper-small</c:v>
                  </c:pt>
                  <c:pt idx="1">
                    <c:v>Qwen3-ASR</c:v>
                  </c:pt>
                  <c:pt idx="2">
                    <c:v>XLS-R</c:v>
                  </c:pt>
                  <c:pt idx="3">
                    <c:v>Zipformer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-15</c:v>
                </c:pt>
                <c:pt idx="1">
                  <c:v>-16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誤りが増えた</c:v>
                </c:pt>
              </c:strCache>
            </c:strRef>
          </c:tx>
          <c:spPr>
            <a:solidFill>
              <a:srgbClr val="C55A11"/>
            </a:solidFill>
            <a:effectLst/>
          </c:spPr>
          <c:invertIfNegative val="0"/>
          <c:dLbls>
            <c:numFmt formatCode="+0&quot;%&quot;;-0&quot;%&quot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Whisper-small</c:v>
                  </c:pt>
                  <c:pt idx="1">
                    <c:v>Qwen3-ASR</c:v>
                  </c:pt>
                  <c:pt idx="2">
                    <c:v>XLS-R</c:v>
                  </c:pt>
                  <c:pt idx="3">
                    <c:v>Zipformer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26</c:v>
                </c:pt>
                <c:pt idx="3">
                  <c:v>46</c:v>
                </c:pt>
              </c:numCache>
            </c:numRef>
          </c:val>
        </c:ser>
        <c:dLbls>
          <c:numFmt formatCode="+0&quot;%&quot;;-0&quot;%&quot;;;" sourceLinked="0"/>
          <c:txPr>
            <a:bodyPr/>
            <a:lstStyle/>
            <a:p>
              <a:pPr>
                <a:defRPr b="1" i="0" strike="noStrike" sz="15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D2D2D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  <c:min val="-2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【台本】（約10秒）
進捗を報告します。今日は、予備実験の結果と、関連研究、そこから見えた課題、これからの方針を話します。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【台本】（約50秒）
喉マイクは騒音に強い一方、こもった音になるので、音声認識の誤りが多くなります。そこで、認識の前に音を直す「音声強調」を研究しています。
卒論では、Whisperが正しく書き起こせるように音声強調を学習しました。Whisperや、Whisperと同じ入力を使う認識器では誤りが15%ほど減りましたが、入力の作りが違う認識器では、逆に26〜46%増えました。
そこで目標を、どの音声認識でも誤りが減る前処理にしました。これができれば、クラウドのように作り直せない音声認識にもそのまま使えます。
【補足】数値は CE-SE（λ=10）の TAPS SE-Conformer 比（test、句読点除去CER）。MMS はほぼ±0。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【台本】（約60秒）
今回一番よかったのが、大量の音声で事前に学習された「音声を作るAI」、生成モデルを、喉マイクと普通のマイクの同時録音で調整したものです。音声認識は学習に一切使っていません。
（図を指して）これは9つの音声認識の文字の誤り率で、灰色が元の音声強調、紺色が生成モデルです。すべての認識器で誤りが15〜24%減り、テストの10人全員で改善しました。喉マイクで学習し直したWhisperでも、14.6%から11.0%に下がっています。
ほかに、複数の音声認識に合わせて学習する方法も試しましたが、学習に使っていない認識器ではやはり悪化しました。ただし、この結果はテストデータで1回生成した分だけで、再現性は確認中です。
【想定質問】
Q. 作り話（ありもしない内容）をしていないか？
A. Whisper-smallで確認した範囲では、崩れた発話は0、出力の長さも変わらず、置き換え・挿入の誤りはむしろ減っている。
Q. Qwen3＋生成モデル（10.4%）は、学習し直したWhisper（SEなし13.8%）より良いのでは？
A. Qwen3は元の音声強調でも13.6%で、差の大半は認識器の強さ。公平に言えるのは「学習し直したWhisper自身も13.8→11.0%に下がる」こと。
Q. 元の音声強調とは？
A. TAPSデータセットの論文で公開されている SE-Conformer（1200万パラメータ）。
Q. ほかの方法は？
A. 複数の認識器の損失で学習 → 学習外の Zipformer で悪化。Sato ら型（WavLM 表現の損失）→ 開発データの4認識器で −7〜−13%（同じ条件での比較はこれから）。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【台本】（約60秒）
関連研究です。一番近いのは、今回の音響学会で東大の山中さんたちが発表した研究で、同じTAPSのデータを使っています。声質変換などで喉マイクの音を普通のマイクの音に近づけていて、聞こえは良くなりますが、音声認識の誤りはどの方法でも増えていました。聞こえを良くしても認識は良くならない点は、私の卒論の結果と同じです。
一方、向こうは別の喉マイクや日本語でも確かめていて、同時録音のデータも要りません。ここは私に足りない点です。
Satoらは普通のマイクの雑音除去で、特定の認識器に頼らない方法を提案していて、今回比較対象として再現しました。
喉マイクで、入力の違う複数の音声認識で誤りが減るかを確かめた例は、調べた範囲では見当たりません。
【補足】山中ら：無処理0.233、Sidon 0.308、Kanade(ft) 0.550。和田ら（神戸大・三菱電機）：喉マイクの感情認識でも汎用の雑音除去で悪化。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【台本】（約50秒）
課題は4つです。
①なぜ効いたのかが、まだ分かっていません。大量の音声での事前学習が効いたのか、単にモデルが大きいからなのかを切り分ける必要があります。
②結果が確かかどうか。今の結果はテストデータで1回生成しただけなので、開発データや生成し直した場合でも同じになるか、先行研究の方法と同じ条件で比べる必要があります。
③別のマイクで効くか。今は1つのデータセット、1種類の喉マイクでしか確かめていません。
④一番大きいのがこれで、今は公開されているモデルを調整しただけなので、手法としての新しさがありません。計算が重いことも課題です。
【補足】生成モデル：4.3億パラメータ、非商用ライセンス（CC-BY-NC-SA）。元の音声強調は1200万パラメータ。1発話の変換に20段階の計算。事前学習なしの対照実験は研究室PCの停止で中断中。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【台本】（約45秒）
これからの方針です。まず1週間ほどで、課題①②の確認をします。事前学習なしで同じモデルを学習して比べることと、開発データや生成し直しでの再確認です。
次の1週間で、③別のマイクで効くかを、フランス語の公開データで確かめます。
その先で、④手法としての工夫を入れたいと考えています。候補は、マイクの情報を手がかりとして与えて少ないデータで別のマイクに対応する方法と、生成を複数回行って平均し、誤りを安定して減らす方法です。
【補足】比較手法として汎用の音声復元ツール（Sidon）と Sato ら型も同条件で評価し、処理時間も測る。VibraVox はマイクと言語が同時に変わるため、切り分けには日本語の自前収録が有効（相談1の理由）。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【台本】（約25秒）
まとめると、Whisperに合わせた音声強調は他の認識器で逆効果でしたが、生成モデルを喉マイクに合わせると、9つの音声認識すべてで誤りが減りました。ただ、その理由や確かさはこれから確かめます。
最後に、ここに挙げた3つについてご意見をいただけると助かります。以上です。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喉マイクの音声を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「どの音声認識でも読める音」に直す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3886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生成モデルの予備実験・関連研究・課題・今後の方針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春日 裕次　ゼミ進捗報告　2026年10月1日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Whisperに合わせた音声強調は、入力の違う認識器では逆効果だった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6304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57150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誤りの増減（元の音声強調と比べて）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772400" y="1645920"/>
            <a:ext cx="38706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Whisperと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同じ入力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の認識器では誤りが減る</a:t>
            </a:r>
            <a:endParaRPr lang="en-US" sz="20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入力の作りが違う認識器では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b="1" dirty="0">
                <a:solidFill>
                  <a:srgbClr val="C55A1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誤りが増える</a:t>
            </a:r>
            <a:endParaRPr lang="en-US" sz="20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目標：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どの音声認識でも誤りが減る前処理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（クラウドなど作り直せない認識器にも使える）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卒論の方法：Whisper-small が正しく書き起こせるように音声強調（TAPS SE-Conformer）を追加学習。比べる相手は追加学習前の同じモデル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生成モデルの調整で、9つの音声認識すべての誤りが減った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429000" y="1691640"/>
            <a:ext cx="0" cy="3913632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08960" y="56692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0%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70120" y="1691640"/>
            <a:ext cx="0" cy="3913632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50080" y="56692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20%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11240" y="1691640"/>
            <a:ext cx="0" cy="3913632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91200" y="56692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40%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52360" y="1691640"/>
            <a:ext cx="0" cy="3913632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0" y="56692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60%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Zipformer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53226" y="1920240"/>
            <a:ext cx="610210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81139" y="1837944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61786" y="1828800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2128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MMS-1B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20563" y="2350008"/>
            <a:ext cx="355397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93664" y="2267712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29123" y="2258568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6426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Whisper-base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890821" y="2779776"/>
            <a:ext cx="368808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77333" y="2697480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99381" y="2688336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0723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Whisper-small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636008" y="3209544"/>
            <a:ext cx="335280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88992" y="3127248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44568" y="3118104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502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XLS-R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62246" y="3639312"/>
            <a:ext cx="355397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35347" y="3557016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70806" y="3547872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Whisper-medium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495190" y="4069080"/>
            <a:ext cx="248107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61002" y="3986784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03750" y="3977640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361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Whisper-large-v3-turbo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4347667" y="4498848"/>
            <a:ext cx="221285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86656" y="4416552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56227" y="4407408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4791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Whisper（喉マイクで再学習）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4166616" y="4928616"/>
            <a:ext cx="241402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325722" y="4846320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075176" y="4837176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52212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Qwen3-ASR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126382" y="5358384"/>
            <a:ext cx="214579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58666" y="5276088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034942" y="5266944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5468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6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</a:t>
            </a:r>
            <a:pPr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元の音声強調　</a:t>
            </a:r>
            <a:pPr indent="0" marL="0">
              <a:buNone/>
            </a:pPr>
            <a:r>
              <a:rPr lang="en-US" sz="1400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</a:t>
            </a:r>
            <a:pPr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生成モデル　（文字の誤り率）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440680" y="4407408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FFF2CC"/>
          </a:solidFill>
          <a:ln w="12700">
            <a:solidFill>
              <a:srgbClr val="E6C8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40680" y="440740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5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全9つで 15〜24% 減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7818120" y="1554480"/>
            <a:ext cx="38249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大量の音声で事前学習した「音声を作るAI」を、喉マイクと普通のマイクの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同時録音で調整</a:t>
            </a:r>
            <a:endParaRPr lang="en-US" sz="20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音声認識は学習に使っていない</a:t>
            </a:r>
            <a:endParaRPr lang="en-US" sz="20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テスト話者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10人全員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で改善</a:t>
            </a:r>
            <a:endParaRPr lang="en-US" sz="2000" dirty="0"/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テストデータで1回生成した分のみ（開発データ・再生成での確認は実行中）。Zipformer は空白込み。生成モデル: NVIDIA NeMo flow matching（Ku et al., arXiv:2409.16117）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聞こえを良くする研究はあるが、どの認識器でも効くかは未確認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3291840"/>
                <a:gridCol w="23161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研究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目的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音声認識の誤り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山中ら（東大, 2026）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喉マイク（TAPS・日本語）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普通のマイクらしい音へ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C55A1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どの方法でも増加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Sato ら（2025）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普通のマイクの雑音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認識器に頼らない音声強調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複数の認識器で減少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本研究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喉マイク（TAPS）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どの音声認識でも誤りを減らす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入力の違う9つすべてで減少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47548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山中らの方が進んでいる点：</a:t>
            </a:r>
            <a:pPr indent="0" marL="0">
              <a:buNone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別の喉マイク・日本語でも検証</a:t>
            </a:r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、同時録音のデータが不要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山中ら, 日本音響学会 2026年秋 1-Q-42（誤り率は気導音の書き起こしを基準とし、本研究とは測り方が異なる）／Sato et al., arXiv:2507.07631／他: 和田ら 1-Q-56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効果は大きいが、理由・確かさ・別のマイクでの効果・新しさが課題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なぜ効いたか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023360" y="1600200"/>
            <a:ext cx="7619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大量の音声での事前学習のおかげか、モデルが大きい（元の約35倍）だけか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11094415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6974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結果は確かか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023360" y="2697480"/>
            <a:ext cx="7619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テストデータで1回生成しただけ。先行研究の方法との同条件比較もまだ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11094415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7947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別のマイクで効くか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023360" y="3794760"/>
            <a:ext cx="7619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データセット1つ・喉マイク1種類でしか確かめていない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11094415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4892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自分の工夫はどこか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023360" y="4892040"/>
            <a:ext cx="7619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公開モデルを調整しただけで、手法としての新しさがない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まず結果を確かめ、そのうえで手法の工夫に進む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188720"/>
                <a:gridCol w="8168335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課題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やること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〜1週間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①②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事前学習なしで同じモデルを学習して比較／開発データ・生成し直しで再確認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〜2週間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別の喉マイク（仏語の公開データ VibraVox）で検証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その先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④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マイクの情報を手がかりに少ないデータで別のマイクへ対応／生成を複数回行って平均し安定化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まとめと相談したいこと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944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</a:t>
            </a:r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Whisperに合わせた音声強調は、入力の違う認識器で逆効果</a:t>
            </a:r>
            <a:endParaRPr lang="en-US" sz="22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</a:t>
            </a:r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2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生成モデルの調整で、9つの音声認識すべての誤りが15〜24%減った</a:t>
            </a:r>
            <a:endParaRPr lang="en-US" sz="22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</a:t>
            </a:r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理由・確かさ・別のマイクでの効果・自分の工夫を、これから確かめる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3977640"/>
            <a:ext cx="1109441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1605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相談したいこと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110944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別のマイクでの検証のため、日本語で自分でも録音すべきか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手法の新しさをどこに置くのがよいか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非商用ライセンスの公開モデルを土台にしてよいか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参考文献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9441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Y. Kim et al., “Throat and acoustic paired speech dataset for deep learning-based speech enhancement,” Scientific Data, 2026.（TAPS）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Ku et al., “Generative speech foundation model pretraining for high-quality speech extraction and restoration,” arXiv:2409.16117.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山中 涼雅 ほか, “Zero-shot音声変換を用いた咽喉マイク音声の気導音復元に関する初期検討,” 日本音響学会 2026年秋季, 1-Q-42.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和田 航次郎 ほか, “咽喉マイク自由発話音声における感情認識の検討,” 日本音響学会 2026年秋季, 1-Q-56.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Sato et al., “Generic speech enhancement with self-supervised representation space loss,” arXiv:2507.07631, 2025.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J. Hauret et al., “Vibravox: A dataset of French speech captured with body-conduction audio sensors,” Speech Communication, 2025.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2026-09-30T12:37:25Z</dcterms:created>
  <dcterms:modified xsi:type="dcterms:W3CDTF">2026-09-30T12:37:25Z</dcterms:modified>
</cp:coreProperties>
</file>