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誤りが減った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-15</c:v>
                </c:pt>
                <c:pt idx="1">
                  <c:v>-16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誤りが増えた</c:v>
                </c:pt>
              </c:strCache>
            </c:strRef>
          </c:tx>
          <c:spPr>
            <a:solidFill>
              <a:srgbClr val="C55A11"/>
            </a:solidFill>
            <a:effectLst/>
          </c:spPr>
          <c:invertIfNegative val="0"/>
          <c:dLbls>
            <c:numFmt formatCode="+0&quot;%&quot;;-0&quot;%&quot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Whisper-small</c:v>
                  </c:pt>
                  <c:pt idx="1">
                    <c:v>Qwen3-ASR</c:v>
                  </c:pt>
                  <c:pt idx="2">
                    <c:v>XLS-R</c:v>
                  </c:pt>
                  <c:pt idx="3">
                    <c:v>Zipformer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26</c:v>
                </c:pt>
                <c:pt idx="3">
                  <c:v>46</c:v>
                </c:pt>
              </c:numCache>
            </c:numRef>
          </c:val>
        </c:ser>
        <c:dLbls>
          <c:numFmt formatCode="+0&quot;%&quot;;-0&quot;%&quot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D2D2D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進捗を報告します。今日は、予備実験の結果と、関連研究、そこから見えた課題、これからの方針を話します。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そこで目標を、どの音声認識でも誤りが減る前処理にしました。これができれば、クラウドのように作り直せない音声認識にもそのまま使えます。
【補足】数値は CE-SE（λ=10）の TAPS SE-Conformer 比（test、句読点除去CER）。MMS 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紺色が生成モデルです。すべての認識器で誤りが15〜24%減り、テストの10人全員で改善しました。喉マイクで学習し直したWhisperでも、14.6%から11.0%に下がっています。
ほかに、複数の音声認識に合わせて学習する方法も試しましたが、学習に使っていない認識器ではやはり悪化しました。ただし、この結果はテストデータで1回生成した分だけで、再現性は確認中です。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
Q. ほかの方法は？
A. 複数の認識器の損失で学習 → 学習外の Zipformer で悪化。Sato ら型（WavLM 表現の損失）→ 開発データの4認識器で −7〜−13%（同じ条件での比較はこれから）。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聞こえを良くしても認識は良くならない点は、私の卒論の結果と同じです。
一方、向こうは別の喉マイクや日本語でも確かめていて、同時録音のデータも要りません。ここは私に足りない点です。
Satoらは普通のマイクの雑音除去で、特定の認識器に頼らない方法を提案していて、今回比較対象として再現しました。
喉マイクで、入力の違う複数の音声認識で誤りが減るかを確かめた例は、調べた範囲では見当たりません。
【補足】山中ら：無処理0.233、Sidon 0.308、Kanade(ft) 0.550。和田ら（神戸大・三菱電機）：喉マイクの感情認識でも汎用の雑音除去で悪化。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③別のマイクで効くか。今は1つのデータセット、1種類の喉マイクでしか確かめていません。
④一番大きいのがこれで、今は公開されているモデルを調整しただけなので、手法としての新しさがありません。計算が重いことも課題です。
【補足】生成モデル：4.3億パラメータ、非商用ライセンス（CC-BY-NC-SA）。元の音声強調は1200万パラメータ。1発話の変換に20段階の計算。事前学習なしの対照実験は研究室PCの停止で中断中。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【台本】（約45秒）
これからの方針です。まず1週間ほどで、課題①②の確認をします。事前学習なしで同じモデルを学習して比べることと、開発データや生成し直しでの再確認です。
次の1週間で、③別のマイクで効くかを、フランス語の公開データで確かめます。
その先で、④手法としての工夫を入れたいと考えています。候補は、マイクの情報を手がかりとして与えて少ないデータで別のマイクに対応する方法と、生成を複数回行って平均し、誤りを安定して減らす方法です。
【補足】比較手法として汎用の音声復元ツール（Sidon）と Sato ら型も同条件で評価し、処理時間も測る。VibraVox はマイクと言語が同時に変わるため、切り分けには日本語の自前収録が有効（相談1の理由）。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【台本】（約25秒）
まとめると、Whisperに合わせた音声強調は他の認識器で逆効果でしたが、生成モデルを喉マイクに合わせると、9つの音声認識すべてで誤りが減りました。ただ、その理由や確かさはこれから確かめます。
最後に、ここに挙げた3つについてご意見をいただけると助かります。以上です。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3886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生成モデルの予備実験・関連研究・課題・今後の方針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ゼミ進捗報告　2026年10月1日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Whisperに合わせた音声強調は、入力の違う認識器では逆効果だった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文字誤り率の相対的な増減（元の音声強調と比べて）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0" y="164592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同じ入力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（音の特徴の作り方）の認識器では誤りが減る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入力が違う認識器（波形をそのまま入れる等）では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C5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誤りが増える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（クラウドなど作り直せない認識器にも使える）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データ: TAPS（喉マイクと普通のマイクの同時録音、韓国語）。元の音声強調 = TAPS 公開の SE-Conformer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生成モデルの調整で、9つの音声認識すべての誤りが減った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狙い：特定の認識器に合わせず、音そのものを直す（音声認識は学習に使わない）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2900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0896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0%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7012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5008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1124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9120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52360" y="2011680"/>
            <a:ext cx="0" cy="3831336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590702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53226" y="2240280"/>
            <a:ext cx="61021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81139" y="215798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1786" y="214884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20563" y="2660904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3664" y="257860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29123" y="256946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44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90821" y="3081528"/>
            <a:ext cx="368808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77333" y="299923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99381" y="299008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36008" y="3502152"/>
            <a:ext cx="335280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88992" y="341985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44568" y="341071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785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62246" y="3922776"/>
            <a:ext cx="35539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5347" y="3840480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70806" y="3831336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495190" y="4343400"/>
            <a:ext cx="248107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1002" y="4261104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03750" y="4251960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626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347667" y="4764024"/>
            <a:ext cx="221285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86656" y="4681728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56227" y="4672584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5047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Whisper（喉マイクで再学習）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4166616" y="5184648"/>
            <a:ext cx="241402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25722" y="5102352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75176" y="5093208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468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4126382" y="5605272"/>
            <a:ext cx="214579" cy="0"/>
          </a:xfrm>
          <a:prstGeom prst="line">
            <a:avLst/>
          </a:prstGeom>
          <a:noFill/>
          <a:ln w="3175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58666" y="5522976"/>
            <a:ext cx="164592" cy="164592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34942" y="5513832"/>
            <a:ext cx="182880" cy="18288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546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6A6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元の音声強調　</a:t>
            </a:r>
            <a:pPr indent="0" marL="0">
              <a:buNone/>
            </a:pPr>
            <a:r>
              <a:rPr lang="en-US" sz="1400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pPr indent="0" marL="0">
              <a:buNone/>
            </a:pPr>
            <a:r>
              <a:rPr lang="en-US" sz="14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生成モデル　（文字の誤り率）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532120" y="3364992"/>
            <a:ext cx="1783080" cy="777240"/>
          </a:xfrm>
          <a:prstGeom prst="roundRect">
            <a:avLst>
              <a:gd name="adj" fmla="val 7059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32120" y="3364992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全9つで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相対15〜24%減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818120" y="2011680"/>
            <a:ext cx="382493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音声を作るAI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（大量の音声で事前学習済み）を、喉マイク用に同時録音で調整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rgbClr val="2E75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入力が違う認識器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でも改善</a:t>
            </a:r>
            <a:endParaRPr lang="en-US" sz="20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10人全員</a:t>
            </a:r>
            <a:pPr indent="0" marL="0">
              <a:lnSpc>
                <a:spcPct val="120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で改善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生成は毎回少し変わるが、今はテストデータで1回生成した分のみ（再確認中）。生成モデル: NVIDIA NeMo（Ku et al., arXiv:2409.16117）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聞こえを良くする研究はあるが、どの認識器でも効くかは未確認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108960"/>
                <a:gridCol w="259049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研究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音声認識の誤り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山中ら（東大 2026）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喉マイク（韓国語・日本語）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普通のマイクらしい音に変換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55A1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どの方法でも増加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Sato ら（2025）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普通のマイクの雑音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認識器に頼らない音声強調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複数の認識器で減少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本研究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喉マイク（韓国語）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どの認識器でも誤りを減らす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9つすべてで減少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（入力の違う認識器も）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山中らの方が進んでいる点：</a:t>
            </a:r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、同時録音のデータが不要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山中ら: 日本音響学会 2026年秋 1-Q-42（誤り率の基準が本研究と異なる）／Sato et al., arXiv:2507.07631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効果は大きいが、理由・確かさ・別のマイクでの効果・新しさが課題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023360" y="164592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事前学習のおかげか、単にモデルが大きい（約35倍）からか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1回生成しただけ。Sato らの方法との同条件比較もまだ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023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別のマイクで効くか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23360" y="402336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韓国語のデータ・喉マイク1種類でしか確かめていない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212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023360" y="5212080"/>
            <a:ext cx="7619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公開モデルを調整しただけ（非商用ライセンス・計算が重い）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まず結果を確かめ、そのうえで手法の工夫に進む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8168335"/>
              </a:tblGrid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課題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79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〜1週間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①②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事前学習なしのモデルと比較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生成し直し・開発データで再確認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〜2週間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別の喉マイクで検証（仏語の公開データ VibraVox。言語も変わる）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その先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④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マイクの情報を手がかりに、少ないデータで別のマイクへ対応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生成を複数回行って平均し、誤りを安定して減らす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まとめと相談したいこと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Whisperに合わせた音声強調は、入力の違う認識器で逆効果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生成モデルの調整で、9つの音声認識すべての誤りが15〜24%減った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</a:t>
            </a:r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理由・確かさ・別のマイクでの効果・自分の工夫を、これから確かめる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11094415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605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相談したいこと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別のマイクでの検証のため、日本語で自分でも録音すべきか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手法の新しさをどこに置くのがよいか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非商用ライセンスの公開モデルを土台にしてよいか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参考文献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TAPS: Y. Kim et al., “Throat and acoustic paired speech dataset for deep learning-based speech enhancement,” Scientific Data, 2026.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Ku et al., “Generative speech foundation model pretraining for high-quality speech extraction and restoration,” arXiv:2409.16117.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 涼雅 ほか, “Zero-shot音声変換を用いた咽喉マイク音声の気導音復元に関する初期検討,” 日本音響学会 2026年秋季, 1-Q-42.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和田 航次郎 ほか, “咽喉マイク自由発話音声における感情認識の検討,” 日本音響学会 2026年秋季, 1-Q-56.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et al., “Generic speech enhancement with self-supervised representation space loss,” arXiv:2507.07631, 2025.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J. Hauret et al., “Vibravox: A dataset of French speech captured with body-conduction audio sensors,” Speech Communication, 2025.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2026-09-30T12:43:16Z</dcterms:created>
  <dcterms:modified xsi:type="dcterms:W3CDTF">2026-09-30T12:43:16Z</dcterms:modified>
</cp:coreProperties>
</file>